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6821"/>
    <a:srgbClr val="F1D3B5"/>
    <a:srgbClr val="1B2A30"/>
    <a:srgbClr val="9E1626"/>
    <a:srgbClr val="B12737"/>
    <a:srgbClr val="8E1414"/>
    <a:srgbClr val="851D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1"/>
  </p:normalViewPr>
  <p:slideViewPr>
    <p:cSldViewPr snapToGrid="0" snapToObjects="1">
      <p:cViewPr>
        <p:scale>
          <a:sx n="110" d="100"/>
          <a:sy n="110" d="100"/>
        </p:scale>
        <p:origin x="1038" y="-1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rázok 7">
            <a:extLst>
              <a:ext uri="{FF2B5EF4-FFF2-40B4-BE49-F238E27FC236}">
                <a16:creationId xmlns:a16="http://schemas.microsoft.com/office/drawing/2014/main" id="{4E6FCD25-8879-FD7C-E405-9ACD4B2946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36" b="1536"/>
          <a:stretch/>
        </p:blipFill>
        <p:spPr>
          <a:xfrm rot="16200000">
            <a:off x="1143001" y="-1143000"/>
            <a:ext cx="6858000" cy="9143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7410BE4-1BDC-8924-B83D-5C0B05640D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sk-SK" sz="5400" dirty="0">
                <a:solidFill>
                  <a:srgbClr val="B06821"/>
                </a:solidFill>
                <a:latin typeface="Primitive" panose="00000400000000000000" pitchFamily="2" charset="0"/>
              </a:rPr>
              <a:t>The Bourbon Room</a:t>
            </a:r>
            <a:endParaRPr lang="en-SK" sz="5400" dirty="0">
              <a:solidFill>
                <a:srgbClr val="B06821"/>
              </a:solidFill>
              <a:latin typeface="Primitive" panose="00000400000000000000" pitchFamily="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EF2210-4D7B-54EB-B4CA-3D045AA106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792018"/>
            <a:ext cx="6400800" cy="556492"/>
          </a:xfrm>
        </p:spPr>
        <p:txBody>
          <a:bodyPr>
            <a:normAutofit lnSpcReduction="10000"/>
          </a:bodyPr>
          <a:lstStyle/>
          <a:p>
            <a:r>
              <a:rPr lang="sk-SK" dirty="0">
                <a:solidFill>
                  <a:srgbClr val="F1D3B5"/>
                </a:solidFill>
                <a:latin typeface="Candara Light" panose="020E0502030303020204" pitchFamily="34" charset="0"/>
              </a:rPr>
              <a:t>podnikateľský plán</a:t>
            </a:r>
            <a:endParaRPr lang="en-SK" dirty="0">
              <a:solidFill>
                <a:srgbClr val="F1D3B5"/>
              </a:solidFill>
              <a:latin typeface="Candara Light" panose="020E0502030303020204" pitchFamily="34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564C436-FC44-9BD5-4326-A4D9FB18837B}"/>
              </a:ext>
            </a:extLst>
          </p:cNvPr>
          <p:cNvSpPr txBox="1">
            <a:spLocks/>
          </p:cNvSpPr>
          <p:nvPr/>
        </p:nvSpPr>
        <p:spPr>
          <a:xfrm>
            <a:off x="1371600" y="3594644"/>
            <a:ext cx="6400800" cy="736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sk-SK" sz="4000" dirty="0">
                <a:solidFill>
                  <a:srgbClr val="F1D3B5"/>
                </a:solidFill>
                <a:latin typeface="Candara Light" panose="020E0502030303020204" pitchFamily="34" charset="0"/>
              </a:rPr>
              <a:t>hudobný klub</a:t>
            </a:r>
            <a:endParaRPr lang="en-SK" sz="4000" dirty="0">
              <a:solidFill>
                <a:srgbClr val="F1D3B5"/>
              </a:solidFill>
              <a:latin typeface="Candara Light" panose="020E0502030303020204" pitchFamily="34" charset="0"/>
            </a:endParaRPr>
          </a:p>
        </p:txBody>
      </p:sp>
      <p:cxnSp>
        <p:nvCxnSpPr>
          <p:cNvPr id="12" name="Rovná spojnica 11">
            <a:extLst>
              <a:ext uri="{FF2B5EF4-FFF2-40B4-BE49-F238E27FC236}">
                <a16:creationId xmlns:a16="http://schemas.microsoft.com/office/drawing/2014/main" id="{ACE269C0-CE10-7D5C-4B47-E4075B348615}"/>
              </a:ext>
            </a:extLst>
          </p:cNvPr>
          <p:cNvCxnSpPr/>
          <p:nvPr/>
        </p:nvCxnSpPr>
        <p:spPr>
          <a:xfrm>
            <a:off x="2290354" y="3437708"/>
            <a:ext cx="4572000" cy="0"/>
          </a:xfrm>
          <a:prstGeom prst="line">
            <a:avLst/>
          </a:prstGeom>
          <a:ln>
            <a:solidFill>
              <a:srgbClr val="B06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Rovná spojnica 12">
            <a:extLst>
              <a:ext uri="{FF2B5EF4-FFF2-40B4-BE49-F238E27FC236}">
                <a16:creationId xmlns:a16="http://schemas.microsoft.com/office/drawing/2014/main" id="{EF354AC0-6933-ABB8-55E6-D2515C12AD92}"/>
              </a:ext>
            </a:extLst>
          </p:cNvPr>
          <p:cNvCxnSpPr/>
          <p:nvPr/>
        </p:nvCxnSpPr>
        <p:spPr>
          <a:xfrm>
            <a:off x="2286000" y="2362199"/>
            <a:ext cx="4572000" cy="0"/>
          </a:xfrm>
          <a:prstGeom prst="line">
            <a:avLst/>
          </a:prstGeom>
          <a:ln>
            <a:solidFill>
              <a:srgbClr val="B06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7119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ok 2">
            <a:extLst>
              <a:ext uri="{FF2B5EF4-FFF2-40B4-BE49-F238E27FC236}">
                <a16:creationId xmlns:a16="http://schemas.microsoft.com/office/drawing/2014/main" id="{DAC24015-A241-9617-1669-B3D9FC234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246" y="0"/>
            <a:ext cx="41555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6453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Damask</Template>
  <TotalTime>40</TotalTime>
  <Words>7</Words>
  <Application>Microsoft Office PowerPoint</Application>
  <PresentationFormat>Prezentácia na obrazovke (4:3)</PresentationFormat>
  <Paragraphs>3</Paragraphs>
  <Slides>2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2</vt:i4>
      </vt:variant>
    </vt:vector>
  </HeadingPairs>
  <TitlesOfParts>
    <vt:vector size="7" baseType="lpstr">
      <vt:lpstr>Arial</vt:lpstr>
      <vt:lpstr>Calibri</vt:lpstr>
      <vt:lpstr>Candara Light</vt:lpstr>
      <vt:lpstr>Primitive</vt:lpstr>
      <vt:lpstr>Office Theme</vt:lpstr>
      <vt:lpstr>The Bourbon Room</vt:lpstr>
      <vt:lpstr>Prezentácia programu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Karolina Rovna</cp:lastModifiedBy>
  <cp:revision>5</cp:revision>
  <dcterms:created xsi:type="dcterms:W3CDTF">2013-01-27T09:14:16Z</dcterms:created>
  <dcterms:modified xsi:type="dcterms:W3CDTF">2026-02-27T15:03:19Z</dcterms:modified>
  <cp:category/>
</cp:coreProperties>
</file>