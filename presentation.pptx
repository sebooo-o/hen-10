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1"/>
  </p:normalViewPr>
  <p:slideViewPr>
    <p:cSldViewPr snapToGrid="0" snapToObjects="1">
      <p:cViewPr varScale="1">
        <p:scale>
          <a:sx n="104" d="100"/>
          <a:sy n="104" d="100"/>
        </p:scale>
        <p:origin x="12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0BE4-1BDC-8924-B83D-5C0B05640D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 err="1">
                <a:solidFill>
                  <a:schemeClr val="bg1"/>
                </a:solidFill>
              </a:rPr>
              <a:t>The</a:t>
            </a:r>
            <a:r>
              <a:rPr lang="sk-SK" dirty="0">
                <a:solidFill>
                  <a:schemeClr val="bg1"/>
                </a:solidFill>
              </a:rPr>
              <a:t> </a:t>
            </a:r>
            <a:r>
              <a:rPr lang="sk-SK" dirty="0" err="1">
                <a:solidFill>
                  <a:schemeClr val="bg1"/>
                </a:solidFill>
              </a:rPr>
              <a:t>Bourbon</a:t>
            </a:r>
            <a:r>
              <a:rPr lang="sk-SK" dirty="0">
                <a:solidFill>
                  <a:schemeClr val="bg1"/>
                </a:solidFill>
              </a:rPr>
              <a:t> </a:t>
            </a:r>
            <a:r>
              <a:rPr lang="sk-SK" dirty="0" err="1">
                <a:solidFill>
                  <a:schemeClr val="bg1"/>
                </a:solidFill>
              </a:rPr>
              <a:t>Room</a:t>
            </a:r>
            <a:endParaRPr lang="en-SK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F2210-4D7B-54EB-B4CA-3D045AA106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K" dirty="0"/>
              <a:t>Sebastian Watzka a Karolina Rovna</a:t>
            </a:r>
          </a:p>
        </p:txBody>
      </p:sp>
    </p:spTree>
    <p:extLst>
      <p:ext uri="{BB962C8B-B14F-4D97-AF65-F5344CB8AC3E}">
        <p14:creationId xmlns:p14="http://schemas.microsoft.com/office/powerpoint/2010/main" val="3547119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</Words>
  <Application>Microsoft Office PowerPoint</Application>
  <PresentationFormat>Prezentácia na obrazovke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2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The Bourbon Room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Karolina Rovna</cp:lastModifiedBy>
  <cp:revision>4</cp:revision>
  <dcterms:created xsi:type="dcterms:W3CDTF">2013-01-27T09:14:16Z</dcterms:created>
  <dcterms:modified xsi:type="dcterms:W3CDTF">2026-02-25T15:51:08Z</dcterms:modified>
  <cp:category/>
</cp:coreProperties>
</file>